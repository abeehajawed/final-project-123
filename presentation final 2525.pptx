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wav" ContentType="audio/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8" r:id="rId1"/>
  </p:sldMasterIdLst>
  <p:sldIdLst>
    <p:sldId id="262" r:id="rId2"/>
    <p:sldId id="257" r:id="rId3"/>
    <p:sldId id="258" r:id="rId4"/>
    <p:sldId id="259" r:id="rId5"/>
    <p:sldId id="260" r:id="rId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C0C1A713-06C7-4E44-A969-1BFF9674AE83}">
          <p14:sldIdLst>
            <p14:sldId id="262"/>
            <p14:sldId id="257"/>
            <p14:sldId id="258"/>
          </p14:sldIdLst>
        </p14:section>
        <p14:section name="Untitled Section" id="{6E494970-9ED0-447E-A2B4-F02EF81B76E3}">
          <p14:sldIdLst>
            <p14:sldId id="259"/>
            <p14:sldId id="26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94615" autoAdjust="0"/>
  </p:normalViewPr>
  <p:slideViewPr>
    <p:cSldViewPr showGuides="1">
      <p:cViewPr varScale="1">
        <p:scale>
          <a:sx n="70" d="100"/>
          <a:sy n="70" d="100"/>
        </p:scale>
        <p:origin x="-1386" y="-90"/>
      </p:cViewPr>
      <p:guideLst>
        <p:guide orient="horz" pos="2064"/>
        <p:guide pos="288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wav"/></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516624"/>
            <a:ext cx="7315200" cy="2595025"/>
          </a:xfrm>
        </p:spPr>
        <p:txBody>
          <a:bodyPr>
            <a:normAutofit/>
          </a:bodyPr>
          <a:lstStyle>
            <a:lvl1pPr>
              <a:defRPr sz="4800"/>
            </a:lvl1pPr>
          </a:lstStyle>
          <a:p>
            <a:r>
              <a:rPr lang="en-US" smtClean="0"/>
              <a:t>Click to edit Master title style</a:t>
            </a:r>
            <a:endParaRPr lang="en-US"/>
          </a:p>
        </p:txBody>
      </p:sp>
      <p:sp>
        <p:nvSpPr>
          <p:cNvPr id="3" name="Subtitle 2"/>
          <p:cNvSpPr>
            <a:spLocks noGrp="1"/>
          </p:cNvSpPr>
          <p:nvPr>
            <p:ph type="subTitle" idx="1"/>
          </p:nvPr>
        </p:nvSpPr>
        <p:spPr>
          <a:xfrm>
            <a:off x="914400" y="5166530"/>
            <a:ext cx="7315200" cy="1144632"/>
          </a:xfrm>
        </p:spPr>
        <p:txBody>
          <a:bodyPr>
            <a:normAutofit/>
          </a:bodyPr>
          <a:lstStyle>
            <a:lvl1pPr marL="0" indent="0" algn="l">
              <a:buNone/>
              <a:defRPr sz="22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4B91F46A-1827-493F-B500-93D2E50031DE}" type="datetimeFigureOut">
              <a:rPr lang="en-US" smtClean="0"/>
              <a:t>9/23/2025</a:t>
            </a:fld>
            <a:endParaRPr lang="en-US"/>
          </a:p>
        </p:txBody>
      </p:sp>
      <p:sp>
        <p:nvSpPr>
          <p:cNvPr id="8" name="Slide Number Placeholder 7"/>
          <p:cNvSpPr>
            <a:spLocks noGrp="1"/>
          </p:cNvSpPr>
          <p:nvPr>
            <p:ph type="sldNum" sz="quarter" idx="11"/>
          </p:nvPr>
        </p:nvSpPr>
        <p:spPr/>
        <p:txBody>
          <a:bodyPr/>
          <a:lstStyle/>
          <a:p>
            <a:fld id="{96F8E093-F974-4BF5-BE16-16B65FEFBCE2}"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sndAc>
          <p:stSnd>
            <p:snd r:embed="rId1" name="bomb.wav"/>
          </p:stSnd>
        </p:sndAc>
      </p:transition>
    </mc:Choice>
    <mc:Fallback>
      <p:transition spd="slow">
        <p:fade/>
        <p:sndAc>
          <p:stSnd>
            <p:snd r:embed="rId1" name="bomb.wav"/>
          </p:stSnd>
        </p:sndAc>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B91F46A-1827-493F-B500-93D2E50031DE}"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8E093-F974-4BF5-BE16-16B65FEFBCE2}"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sndAc>
          <p:stSnd>
            <p:snd r:embed="rId1" name="bomb.wav"/>
          </p:stSnd>
        </p:sndAc>
      </p:transition>
    </mc:Choice>
    <mc:Fallback>
      <p:transition spd="slow">
        <p:fade/>
        <p:sndAc>
          <p:stSnd>
            <p:snd r:embed="rId1" name="bomb.wav"/>
          </p:stSnd>
        </p:sndAc>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14400" y="5017572"/>
            <a:ext cx="7315200" cy="1293592"/>
          </a:xfrm>
        </p:spPr>
        <p:txBody>
          <a:bodyPr anchor="t"/>
          <a:lstStyle>
            <a:lvl1pPr algn="l">
              <a:defRPr sz="4000" b="0" cap="none"/>
            </a:lvl1pPr>
          </a:lstStyle>
          <a:p>
            <a:r>
              <a:rPr lang="en-US" smtClean="0"/>
              <a:t>Click to edit Master title style</a:t>
            </a:r>
            <a:endParaRPr lang="en-US"/>
          </a:p>
        </p:txBody>
      </p:sp>
      <p:sp>
        <p:nvSpPr>
          <p:cNvPr id="3" name="Text Placeholder 2"/>
          <p:cNvSpPr>
            <a:spLocks noGrp="1"/>
          </p:cNvSpPr>
          <p:nvPr>
            <p:ph type="body" idx="1"/>
          </p:nvPr>
        </p:nvSpPr>
        <p:spPr>
          <a:xfrm>
            <a:off x="914400" y="3865097"/>
            <a:ext cx="7315200" cy="1098439"/>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B91F46A-1827-493F-B500-93D2E50031DE}"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8E093-F974-4BF5-BE16-16B65FEFBCE2}"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sndAc>
          <p:stSnd>
            <p:snd r:embed="rId1" name="bomb.wav"/>
          </p:stSnd>
        </p:sndAc>
      </p:transition>
    </mc:Choice>
    <mc:Fallback>
      <p:transition spd="slow">
        <p:fade/>
        <p:sndAc>
          <p:stSnd>
            <p:snd r:embed="rId1" name="bomb.wav"/>
          </p:stSnd>
        </p:sndAc>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4B91F46A-1827-493F-B500-93D2E50031DE}" type="datetimeFigureOut">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F8E093-F974-4BF5-BE16-16B65FEFBCE2}" type="slidenum">
              <a:rPr lang="en-US" smtClean="0"/>
              <a:t>‹#›</a:t>
            </a:fld>
            <a:endParaRPr lang="en-US"/>
          </a:p>
        </p:txBody>
      </p:sp>
      <p:sp>
        <p:nvSpPr>
          <p:cNvPr id="9" name="Title 8"/>
          <p:cNvSpPr>
            <a:spLocks noGrp="1"/>
          </p:cNvSpPr>
          <p:nvPr>
            <p:ph type="title"/>
          </p:nvPr>
        </p:nvSpPr>
        <p:spPr>
          <a:xfrm>
            <a:off x="914400" y="1544715"/>
            <a:ext cx="7315200" cy="1154097"/>
          </a:xfrm>
        </p:spPr>
        <p:txBody>
          <a:bodyPr/>
          <a:lstStyle/>
          <a:p>
            <a:r>
              <a:rPr lang="en-US" smtClean="0"/>
              <a:t>Click to edit Master title style</a:t>
            </a:r>
            <a:endParaRPr lang="en-US"/>
          </a:p>
        </p:txBody>
      </p:sp>
      <p:sp>
        <p:nvSpPr>
          <p:cNvPr id="8" name="Content Placeholder 7"/>
          <p:cNvSpPr>
            <a:spLocks noGrp="1"/>
          </p:cNvSpPr>
          <p:nvPr>
            <p:ph sz="quarter" idx="13"/>
          </p:nvPr>
        </p:nvSpPr>
        <p:spPr>
          <a:xfrm>
            <a:off x="914400" y="2743200"/>
            <a:ext cx="3566160" cy="359359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1" name="Content Placeholder 10"/>
          <p:cNvSpPr>
            <a:spLocks noGrp="1"/>
          </p:cNvSpPr>
          <p:nvPr>
            <p:ph sz="quarter" idx="14"/>
          </p:nvPr>
        </p:nvSpPr>
        <p:spPr>
          <a:xfrm>
            <a:off x="4681728" y="2743200"/>
            <a:ext cx="3566160" cy="35956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sndAc>
          <p:stSnd>
            <p:snd r:embed="rId1" name="bomb.wav"/>
          </p:stSnd>
        </p:sndAc>
      </p:transition>
    </mc:Choice>
    <mc:Fallback>
      <p:transition spd="slow">
        <p:fade/>
        <p:sndAc>
          <p:stSnd>
            <p:snd r:embed="rId1" name="bomb.wav"/>
          </p:stSnd>
        </p:sndAc>
      </p:transition>
    </mc:Fallback>
  </mc:AlternateContent>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16348" y="2743200"/>
            <a:ext cx="336499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885144" y="2743200"/>
            <a:ext cx="3362062" cy="621792"/>
          </a:xfrm>
        </p:spPr>
        <p:txBody>
          <a:bodyPr anchor="b">
            <a:noAutofit/>
          </a:bodyPr>
          <a:lstStyle>
            <a:lvl1pPr marL="0" indent="0">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4B91F46A-1827-493F-B500-93D2E50031DE}" type="datetimeFigureOut">
              <a:rPr lang="en-US" smtClean="0"/>
              <a:t>9/23/2025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F8E093-F974-4BF5-BE16-16B65FEFBCE2}" type="slidenum">
              <a:rPr lang="en-US" smtClean="0"/>
              <a:t>‹#›</a:t>
            </a:fld>
            <a:endParaRPr lang="en-US"/>
          </a:p>
        </p:txBody>
      </p:sp>
      <p:sp>
        <p:nvSpPr>
          <p:cNvPr id="10" name="Title 9"/>
          <p:cNvSpPr>
            <a:spLocks noGrp="1"/>
          </p:cNvSpPr>
          <p:nvPr>
            <p:ph type="title"/>
          </p:nvPr>
        </p:nvSpPr>
        <p:spPr>
          <a:xfrm>
            <a:off x="914400" y="1544715"/>
            <a:ext cx="7315200" cy="1154097"/>
          </a:xfrm>
        </p:spPr>
        <p:txBody>
          <a:bodyPr/>
          <a:lstStyle/>
          <a:p>
            <a:r>
              <a:rPr lang="en-US" smtClean="0"/>
              <a:t>Click to edit Master title style</a:t>
            </a:r>
            <a:endParaRPr lang="en-US" dirty="0"/>
          </a:p>
        </p:txBody>
      </p:sp>
      <p:sp>
        <p:nvSpPr>
          <p:cNvPr id="11" name="Content Placeholder 10"/>
          <p:cNvSpPr>
            <a:spLocks noGrp="1"/>
          </p:cNvSpPr>
          <p:nvPr>
            <p:ph sz="quarter" idx="13"/>
          </p:nvPr>
        </p:nvSpPr>
        <p:spPr>
          <a:xfrm>
            <a:off x="914400"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81727" y="3383280"/>
            <a:ext cx="3566160" cy="29535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sndAc>
          <p:stSnd>
            <p:snd r:embed="rId1" name="bomb.wav"/>
          </p:stSnd>
        </p:sndAc>
      </p:transition>
    </mc:Choice>
    <mc:Fallback>
      <p:transition spd="slow">
        <p:fade/>
        <p:sndAc>
          <p:stSnd>
            <p:snd r:embed="rId1" name="bomb.wav"/>
          </p:stSnd>
        </p:sndAc>
      </p:transition>
    </mc:Fallback>
  </mc:AlternateContent>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B91F46A-1827-493F-B500-93D2E50031DE}" type="datetimeFigureOut">
              <a:rPr lang="en-US" smtClean="0"/>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F8E093-F974-4BF5-BE16-16B65FEFBCE2}"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sndAc>
          <p:stSnd>
            <p:snd r:embed="rId1" name="bomb.wav"/>
          </p:stSnd>
        </p:sndAc>
      </p:transition>
    </mc:Choice>
    <mc:Fallback>
      <p:transition spd="slow">
        <p:fade/>
        <p:sndAc>
          <p:stSnd>
            <p:snd r:embed="rId1" name="bomb.wav"/>
          </p:stSnd>
        </p:sndAc>
      </p:transition>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91F46A-1827-493F-B500-93D2E50031DE}" type="datetimeFigureOut">
              <a:rPr lang="en-US" smtClean="0"/>
              <a:t>9/23/2025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F8E093-F974-4BF5-BE16-16B65FEFBCE2}"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sndAc>
          <p:stSnd>
            <p:snd r:embed="rId1" name="bomb.wav"/>
          </p:stSnd>
        </p:sndAc>
      </p:transition>
    </mc:Choice>
    <mc:Fallback>
      <p:transition spd="slow">
        <p:fade/>
        <p:sndAc>
          <p:stSnd>
            <p:snd r:embed="rId1" name="bomb.wav"/>
          </p:stSnd>
        </p:sndAc>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5362"/>
            <a:ext cx="2950936" cy="2173015"/>
          </a:xfrm>
        </p:spPr>
        <p:txBody>
          <a:bodyPr anchor="b">
            <a:normAutofit/>
          </a:bodyPr>
          <a:lstStyle>
            <a:lvl1pPr algn="l">
              <a:defRPr sz="2800" b="0"/>
            </a:lvl1pPr>
          </a:lstStyle>
          <a:p>
            <a:r>
              <a:rPr lang="en-US" smtClean="0"/>
              <a:t>Click to edit Master title style</a:t>
            </a:r>
            <a:endParaRPr lang="en-US" dirty="0"/>
          </a:p>
        </p:txBody>
      </p:sp>
      <p:sp>
        <p:nvSpPr>
          <p:cNvPr id="3" name="Content Placeholder 2"/>
          <p:cNvSpPr>
            <a:spLocks noGrp="1"/>
          </p:cNvSpPr>
          <p:nvPr>
            <p:ph idx="1"/>
          </p:nvPr>
        </p:nvSpPr>
        <p:spPr>
          <a:xfrm>
            <a:off x="4021752" y="1826709"/>
            <a:ext cx="4207848" cy="4476614"/>
          </a:xfrm>
        </p:spPr>
        <p:txBody>
          <a:bodyPr anchor="ct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4400" y="4061095"/>
            <a:ext cx="2950936" cy="224538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91F46A-1827-493F-B500-93D2E50031DE}" type="datetimeFigureOut">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F8E093-F974-4BF5-BE16-16B65FEFBCE2}"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sndAc>
          <p:stSnd>
            <p:snd r:embed="rId1" name="bomb.wav"/>
          </p:stSnd>
        </p:sndAc>
      </p:transition>
    </mc:Choice>
    <mc:Fallback>
      <p:transition spd="slow">
        <p:fade/>
        <p:sndAc>
          <p:stSnd>
            <p:snd r:embed="rId1" name="bomb.wav"/>
          </p:stSnd>
        </p:sndAc>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1828800"/>
            <a:ext cx="2953512" cy="2176272"/>
          </a:xfrm>
        </p:spPr>
        <p:txBody>
          <a:bodyPr anchor="b">
            <a:normAutofit/>
          </a:bodyPr>
          <a:lstStyle>
            <a:lvl1pPr algn="l">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4191000" y="2286000"/>
            <a:ext cx="4038600" cy="3352800"/>
          </a:xfrm>
          <a:solidFill>
            <a:schemeClr val="accent2"/>
          </a:solidFill>
          <a:ln w="12700">
            <a:noFill/>
          </a:ln>
          <a:effectLst>
            <a:reflection blurRad="12700" stA="30000" endPos="30000" dist="31750" dir="5400000" sy="-100000" algn="bl" rotWithShape="0"/>
          </a:effectLst>
          <a:scene3d>
            <a:camera prst="perspectiveRight" fov="2700000">
              <a:rot lat="240000" lon="900000" rev="0"/>
            </a:camera>
            <a:lightRig rig="threePt" dir="t">
              <a:rot lat="0" lon="0" rev="2700000"/>
            </a:lightRig>
          </a:scene3d>
          <a:sp3d/>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4059936"/>
            <a:ext cx="2953512" cy="2249424"/>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B91F46A-1827-493F-B500-93D2E50031DE}" type="datetimeFigureOut">
              <a:rPr lang="en-US" smtClean="0"/>
              <a:t>9/23/2025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F8E093-F974-4BF5-BE16-16B65FEFBCE2}"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sndAc>
          <p:stSnd>
            <p:snd r:embed="rId1" name="bomb.wav"/>
          </p:stSnd>
        </p:sndAc>
      </p:transition>
    </mc:Choice>
    <mc:Fallback>
      <p:transition spd="slow">
        <p:fade/>
        <p:sndAc>
          <p:stSnd>
            <p:snd r:embed="rId1" name="bomb.wav"/>
          </p:stSnd>
        </p:sndAc>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91F46A-1827-493F-B500-93D2E50031DE}"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8E093-F974-4BF5-BE16-16B65FEFBCE2}"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sndAc>
          <p:stSnd>
            <p:snd r:embed="rId1" name="bomb.wav"/>
          </p:stSnd>
        </p:sndAc>
      </p:transition>
    </mc:Choice>
    <mc:Fallback>
      <p:transition spd="slow">
        <p:fade/>
        <p:sndAc>
          <p:stSnd>
            <p:snd r:embed="rId1" name="bomb.wav"/>
          </p:stSnd>
        </p:sndAc>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48400" y="1826709"/>
            <a:ext cx="1492499" cy="4484454"/>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54524" y="1826709"/>
            <a:ext cx="5241476" cy="448445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91F46A-1827-493F-B500-93D2E50031DE}" type="datetimeFigureOut">
              <a:rPr lang="en-US" smtClean="0"/>
              <a:t>9/23/2025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F8E093-F974-4BF5-BE16-16B65FEFBCE2}" type="slidenum">
              <a:rPr lang="en-US" smtClean="0"/>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3900">
        <p14:glitter pattern="hexagon"/>
        <p:sndAc>
          <p:stSnd>
            <p:snd r:embed="rId1" name="bomb.wav"/>
          </p:stSnd>
        </p:sndAc>
      </p:transition>
    </mc:Choice>
    <mc:Fallback>
      <p:transition spd="slow">
        <p:fade/>
        <p:sndAc>
          <p:stSnd>
            <p:snd r:embed="rId1" name="bomb.wav"/>
          </p:stSnd>
        </p:sndAc>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B91F46A-1827-493F-B500-93D2E50031DE}" type="datetimeFigureOut">
              <a:rPr lang="en-US" smtClean="0"/>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F8E093-F974-4BF5-BE16-16B65FEFBCE2}" type="slidenum">
              <a:rPr lang="en-US" smtClean="0"/>
              <a:t>‹#›</a:t>
            </a:fld>
            <a:endParaRPr lang="en-US"/>
          </a:p>
        </p:txBody>
      </p:sp>
    </p:spTree>
    <p:extLst>
      <p:ext uri="{BB962C8B-B14F-4D97-AF65-F5344CB8AC3E}">
        <p14:creationId xmlns:p14="http://schemas.microsoft.com/office/powerpoint/2010/main" val="3282865454"/>
      </p:ext>
    </p:extLst>
  </p:cSld>
  <p:clrMapOvr>
    <a:masterClrMapping/>
  </p:clrMapOvr>
  <mc:AlternateContent xmlns:mc="http://schemas.openxmlformats.org/markup-compatibility/2006">
    <mc:Choice xmlns:p14="http://schemas.microsoft.com/office/powerpoint/2010/main" Requires="p14">
      <p:transition spd="slow" p14:dur="3900">
        <p14:glitter pattern="hexagon"/>
        <p:sndAc>
          <p:stSnd>
            <p:snd r:embed="rId1" name="bomb.wav"/>
          </p:stSnd>
        </p:sndAc>
      </p:transition>
    </mc:Choice>
    <mc:Fallback>
      <p:transition spd="slow">
        <p:fade/>
        <p:sndAc>
          <p:stSnd>
            <p:snd r:embed="rId1" name="bomb.wav"/>
          </p:stSnd>
        </p:sndAc>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B91F46A-1827-493F-B500-93D2E50031DE}" type="datetimeFigureOut">
              <a:rPr lang="en-US" smtClean="0"/>
              <a:t>9/23/2025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F8E093-F974-4BF5-BE16-16B65FEFBCE2}" type="slidenum">
              <a:rPr lang="en-US" smtClean="0"/>
              <a:t>‹#›</a:t>
            </a:fld>
            <a:endParaRPr lang="en-US"/>
          </a:p>
        </p:txBody>
      </p:sp>
    </p:spTree>
    <p:extLst>
      <p:ext uri="{BB962C8B-B14F-4D97-AF65-F5344CB8AC3E}">
        <p14:creationId xmlns:p14="http://schemas.microsoft.com/office/powerpoint/2010/main" val="789500289"/>
      </p:ext>
    </p:extLst>
  </p:cSld>
  <p:clrMapOvr>
    <a:masterClrMapping/>
  </p:clrMapOvr>
  <mc:AlternateContent xmlns:mc="http://schemas.openxmlformats.org/markup-compatibility/2006">
    <mc:Choice xmlns:p14="http://schemas.microsoft.com/office/powerpoint/2010/main" Requires="p14">
      <p:transition spd="slow" p14:dur="3900">
        <p14:glitter pattern="hexagon"/>
        <p:sndAc>
          <p:stSnd>
            <p:snd r:embed="rId1" name="bomb.wav"/>
          </p:stSnd>
        </p:sndAc>
      </p:transition>
    </mc:Choice>
    <mc:Fallback>
      <p:transition spd="slow">
        <p:fade/>
        <p:sndAc>
          <p:stSnd>
            <p:snd r:embed="rId1" name="bomb.wav"/>
          </p:stSnd>
        </p:sndAc>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audio" Target="../media/audio1.wav"/><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10" name="Rectangle 9"/>
          <p:cNvSpPr/>
          <p:nvPr/>
        </p:nvSpPr>
        <p:spPr>
          <a:xfrm>
            <a:off x="8435268" y="573807"/>
            <a:ext cx="86236"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8569419" y="573807"/>
            <a:ext cx="576072" cy="57231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914400" y="1544715"/>
            <a:ext cx="7315200" cy="115409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4400" y="2769833"/>
            <a:ext cx="7315200" cy="353952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007690" y="548797"/>
            <a:ext cx="1189132" cy="297918"/>
          </a:xfrm>
          <a:prstGeom prst="rect">
            <a:avLst/>
          </a:prstGeom>
        </p:spPr>
        <p:txBody>
          <a:bodyPr vert="horz" lIns="91440" tIns="45720" rIns="91440" bIns="45720" rtlCol="0" anchor="ctr"/>
          <a:lstStyle>
            <a:lvl1pPr algn="l">
              <a:defRPr sz="1200">
                <a:solidFill>
                  <a:schemeClr val="tx1">
                    <a:alpha val="50000"/>
                  </a:schemeClr>
                </a:solidFill>
              </a:defRPr>
            </a:lvl1pPr>
          </a:lstStyle>
          <a:p>
            <a:fld id="{4B91F46A-1827-493F-B500-93D2E50031DE}" type="datetimeFigureOut">
              <a:rPr lang="en-US" smtClean="0"/>
              <a:t>9/23/2025</a:t>
            </a:fld>
            <a:endParaRPr lang="en-US"/>
          </a:p>
        </p:txBody>
      </p:sp>
      <p:sp>
        <p:nvSpPr>
          <p:cNvPr id="6" name="Slide Number Placeholder 5"/>
          <p:cNvSpPr>
            <a:spLocks noGrp="1"/>
          </p:cNvSpPr>
          <p:nvPr>
            <p:ph type="sldNum" sz="quarter" idx="4"/>
          </p:nvPr>
        </p:nvSpPr>
        <p:spPr>
          <a:xfrm>
            <a:off x="7314415" y="548797"/>
            <a:ext cx="941203" cy="301752"/>
          </a:xfrm>
          <a:prstGeom prst="rect">
            <a:avLst/>
          </a:prstGeom>
        </p:spPr>
        <p:txBody>
          <a:bodyPr vert="horz" lIns="91440" tIns="45720" rIns="91440" bIns="45720" rtlCol="0" anchor="ctr"/>
          <a:lstStyle>
            <a:lvl1pPr algn="r">
              <a:defRPr sz="1200">
                <a:solidFill>
                  <a:schemeClr val="tx1"/>
                </a:solidFill>
              </a:defRPr>
            </a:lvl1pPr>
          </a:lstStyle>
          <a:p>
            <a:fld id="{96F8E093-F974-4BF5-BE16-16B65FEFBCE2}" type="slidenum">
              <a:rPr lang="en-US" smtClean="0"/>
              <a:t>‹#›</a:t>
            </a:fld>
            <a:endParaRPr lang="en-US"/>
          </a:p>
        </p:txBody>
      </p:sp>
      <p:sp>
        <p:nvSpPr>
          <p:cNvPr id="5" name="Footer Placeholder 4"/>
          <p:cNvSpPr>
            <a:spLocks noGrp="1"/>
          </p:cNvSpPr>
          <p:nvPr>
            <p:ph type="ftr" sz="quarter" idx="3"/>
          </p:nvPr>
        </p:nvSpPr>
        <p:spPr>
          <a:xfrm>
            <a:off x="6008688" y="855956"/>
            <a:ext cx="2246489" cy="301227"/>
          </a:xfrm>
          <a:prstGeom prst="rect">
            <a:avLst/>
          </a:prstGeom>
        </p:spPr>
        <p:txBody>
          <a:bodyPr vert="horz" lIns="91440" tIns="0" rIns="91440" bIns="45720" rtlCol="0" anchor="t"/>
          <a:lstStyle>
            <a:lvl1pPr algn="l">
              <a:defRPr sz="1000">
                <a:solidFill>
                  <a:schemeClr val="tx1"/>
                </a:solidFill>
              </a:defRPr>
            </a:lvl1pPr>
          </a:lstStyle>
          <a:p>
            <a:endParaRPr lang="en-US"/>
          </a:p>
        </p:txBody>
      </p:sp>
    </p:spTree>
  </p:cSld>
  <p:clrMap bg1="dk1" tx1="lt1" bg2="dk2" tx2="lt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 id="2147483756" r:id="rId12"/>
    <p:sldLayoutId id="2147483757" r:id="rId13"/>
  </p:sldLayoutIdLst>
  <mc:AlternateContent xmlns:mc="http://schemas.openxmlformats.org/markup-compatibility/2006">
    <mc:Choice xmlns:p14="http://schemas.microsoft.com/office/powerpoint/2010/main" Requires="p14">
      <p:transition spd="slow" p14:dur="3900">
        <p14:glitter pattern="hexagon"/>
        <p:sndAc>
          <p:stSnd>
            <p:snd r:embed="rId15" name="bomb.wav"/>
          </p:stSnd>
        </p:sndAc>
      </p:transition>
    </mc:Choice>
    <mc:Fallback>
      <p:transition spd="slow">
        <p:fade/>
        <p:sndAc>
          <p:stSnd>
            <p:snd r:embed="rId15" name="bomb.wav"/>
          </p:stSnd>
        </p:sndAc>
      </p:transition>
    </mc:Fallback>
  </mc:AlternateContent>
  <p:timing>
    <p:tnLst>
      <p:par>
        <p:cTn id="1" dur="indefinite" restart="never" nodeType="tmRoot"/>
      </p:par>
    </p:tnLst>
  </p:timing>
  <p:txStyles>
    <p:titleStyle>
      <a:lvl1pPr algn="l" defTabSz="914400" rtl="0" eaLnBrk="1" latinLnBrk="0" hangingPunct="1">
        <a:spcBef>
          <a:spcPct val="0"/>
        </a:spcBef>
        <a:buNone/>
        <a:defRPr sz="400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buClr>
          <a:schemeClr val="tx2"/>
        </a:buClr>
        <a:buFont typeface="Wingdings" charset="2"/>
        <a:buChar char="§"/>
        <a:defRPr sz="2000" kern="1200">
          <a:solidFill>
            <a:schemeClr val="tx1"/>
          </a:solidFill>
          <a:latin typeface="+mn-lt"/>
          <a:ea typeface="+mn-ea"/>
          <a:cs typeface="+mn-cs"/>
        </a:defRPr>
      </a:lvl1pPr>
      <a:lvl2pPr marL="502920" indent="-182880" algn="l" defTabSz="914400" rtl="0" eaLnBrk="1" latinLnBrk="0" hangingPunct="1">
        <a:spcBef>
          <a:spcPct val="20000"/>
        </a:spcBef>
        <a:buClr>
          <a:schemeClr val="tx2"/>
        </a:buClr>
        <a:buFont typeface="Wingdings" charset="2"/>
        <a:buChar char="§"/>
        <a:defRPr sz="1800" kern="1200">
          <a:solidFill>
            <a:schemeClr val="tx1"/>
          </a:solidFill>
          <a:latin typeface="+mn-lt"/>
          <a:ea typeface="+mn-ea"/>
          <a:cs typeface="+mn-cs"/>
        </a:defRPr>
      </a:lvl2pPr>
      <a:lvl3pPr marL="685800" indent="-182880" algn="l" defTabSz="914400" rtl="0" eaLnBrk="1" latinLnBrk="0" hangingPunct="1">
        <a:spcBef>
          <a:spcPct val="20000"/>
        </a:spcBef>
        <a:buClr>
          <a:schemeClr val="tx2"/>
        </a:buClr>
        <a:buFont typeface="Wingdings" charset="2"/>
        <a:buChar char="§"/>
        <a:defRPr sz="1600" kern="1200">
          <a:solidFill>
            <a:schemeClr val="tx1"/>
          </a:solidFill>
          <a:latin typeface="+mn-lt"/>
          <a:ea typeface="+mn-ea"/>
          <a:cs typeface="+mn-cs"/>
        </a:defRPr>
      </a:lvl3pPr>
      <a:lvl4pPr marL="9144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4pPr>
      <a:lvl5pPr marL="1143000" indent="-182880" algn="l" defTabSz="914400" rtl="0" eaLnBrk="1" latinLnBrk="0" hangingPunct="1">
        <a:spcBef>
          <a:spcPct val="20000"/>
        </a:spcBef>
        <a:buClr>
          <a:schemeClr val="tx2"/>
        </a:buClr>
        <a:buFont typeface="Wingdings" charset="2"/>
        <a:buChar char="§"/>
        <a:defRPr sz="1400" kern="1200">
          <a:solidFill>
            <a:schemeClr val="tx1"/>
          </a:solidFill>
          <a:latin typeface="+mn-lt"/>
          <a:ea typeface="+mn-ea"/>
          <a:cs typeface="+mn-cs"/>
        </a:defRPr>
      </a:lvl5pPr>
      <a:lvl6pPr marL="13716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6pPr>
      <a:lvl7pPr marL="16002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7pPr>
      <a:lvl8pPr marL="18288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8pPr>
      <a:lvl9pPr marL="2057400" indent="-182880" algn="l" defTabSz="914400" rtl="0" eaLnBrk="1" latinLnBrk="0" hangingPunct="1">
        <a:spcBef>
          <a:spcPct val="20000"/>
        </a:spcBef>
        <a:buClr>
          <a:schemeClr val="tx2"/>
        </a:buClr>
        <a:buFont typeface="Wingdings" pitchFamily="2"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beehamjawed@gmail.com" TargetMode="External"/><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762000"/>
            <a:ext cx="7162800" cy="1295400"/>
          </a:xfrm>
        </p:spPr>
        <p:txBody>
          <a:bodyPr>
            <a:normAutofit/>
          </a:bodyPr>
          <a:lstStyle/>
          <a:p>
            <a:r>
              <a:rPr lang="en-US" sz="6000" dirty="0" smtClean="0">
                <a:latin typeface="Freehand521 BT" pitchFamily="66" charset="0"/>
                <a:ea typeface="Microsoft JhengHei UI" pitchFamily="34" charset="-120"/>
              </a:rPr>
              <a:t>Introduction</a:t>
            </a:r>
            <a:endParaRPr lang="en-US" sz="6000" dirty="0">
              <a:latin typeface="Freehand521 BT" pitchFamily="66" charset="0"/>
              <a:ea typeface="Microsoft JhengHei UI" pitchFamily="34" charset="-120"/>
            </a:endParaRPr>
          </a:p>
        </p:txBody>
      </p:sp>
      <p:sp>
        <p:nvSpPr>
          <p:cNvPr id="3" name="Subtitle 2"/>
          <p:cNvSpPr>
            <a:spLocks noGrp="1"/>
          </p:cNvSpPr>
          <p:nvPr>
            <p:ph type="subTitle" idx="1"/>
          </p:nvPr>
        </p:nvSpPr>
        <p:spPr>
          <a:xfrm>
            <a:off x="656493" y="2502877"/>
            <a:ext cx="6658708" cy="3135923"/>
          </a:xfrm>
        </p:spPr>
        <p:txBody>
          <a:bodyPr>
            <a:normAutofit fontScale="25000" lnSpcReduction="20000"/>
          </a:bodyPr>
          <a:lstStyle/>
          <a:p>
            <a:pPr algn="l"/>
            <a:r>
              <a:rPr lang="en-US" sz="11200" b="1" i="1" dirty="0" smtClean="0">
                <a:solidFill>
                  <a:schemeClr val="tx1"/>
                </a:solidFill>
              </a:rPr>
              <a:t>Name</a:t>
            </a:r>
            <a:r>
              <a:rPr lang="en-US" sz="11200" dirty="0" smtClean="0">
                <a:solidFill>
                  <a:schemeClr val="tx1"/>
                </a:solidFill>
              </a:rPr>
              <a:t>: </a:t>
            </a:r>
            <a:r>
              <a:rPr lang="en-US" sz="11200" dirty="0" err="1" smtClean="0">
                <a:solidFill>
                  <a:schemeClr val="tx1"/>
                </a:solidFill>
              </a:rPr>
              <a:t>Abeeha</a:t>
            </a:r>
            <a:r>
              <a:rPr lang="en-US" sz="11200" dirty="0" smtClean="0">
                <a:solidFill>
                  <a:schemeClr val="tx1"/>
                </a:solidFill>
              </a:rPr>
              <a:t> Muhammad Jawed</a:t>
            </a:r>
          </a:p>
          <a:p>
            <a:pPr algn="l"/>
            <a:r>
              <a:rPr lang="en-US" sz="11200" b="1" i="1" dirty="0" smtClean="0">
                <a:solidFill>
                  <a:schemeClr val="tx1"/>
                </a:solidFill>
              </a:rPr>
              <a:t>Date of Birth</a:t>
            </a:r>
            <a:r>
              <a:rPr lang="en-US" sz="11200" dirty="0" smtClean="0">
                <a:solidFill>
                  <a:schemeClr val="tx1"/>
                </a:solidFill>
              </a:rPr>
              <a:t>: 9/07/2010</a:t>
            </a:r>
          </a:p>
          <a:p>
            <a:pPr algn="l"/>
            <a:r>
              <a:rPr lang="en-US" sz="11200" b="1" i="1" dirty="0" smtClean="0">
                <a:solidFill>
                  <a:schemeClr val="tx1"/>
                </a:solidFill>
              </a:rPr>
              <a:t>Nationality</a:t>
            </a:r>
            <a:r>
              <a:rPr lang="en-US" sz="11200" dirty="0" smtClean="0">
                <a:solidFill>
                  <a:schemeClr val="tx1"/>
                </a:solidFill>
              </a:rPr>
              <a:t>: Pakistan</a:t>
            </a:r>
          </a:p>
          <a:p>
            <a:pPr algn="l"/>
            <a:r>
              <a:rPr lang="en-US" sz="11200" b="1" i="1" dirty="0" smtClean="0">
                <a:solidFill>
                  <a:schemeClr val="tx1"/>
                </a:solidFill>
              </a:rPr>
              <a:t>Religion</a:t>
            </a:r>
            <a:r>
              <a:rPr lang="en-US" sz="11200" dirty="0" smtClean="0">
                <a:solidFill>
                  <a:schemeClr val="tx1"/>
                </a:solidFill>
              </a:rPr>
              <a:t>: Islam</a:t>
            </a:r>
          </a:p>
          <a:p>
            <a:pPr algn="l"/>
            <a:r>
              <a:rPr lang="en-US" sz="11200" b="1" i="1" dirty="0" smtClean="0">
                <a:solidFill>
                  <a:schemeClr val="tx1"/>
                </a:solidFill>
              </a:rPr>
              <a:t>Contact Number</a:t>
            </a:r>
            <a:r>
              <a:rPr lang="en-US" sz="11200" dirty="0" smtClean="0">
                <a:solidFill>
                  <a:schemeClr val="tx1"/>
                </a:solidFill>
              </a:rPr>
              <a:t>:  03212194500</a:t>
            </a:r>
          </a:p>
          <a:p>
            <a:pPr algn="l"/>
            <a:r>
              <a:rPr lang="en-US" sz="11200" b="1" i="1" dirty="0" smtClean="0">
                <a:solidFill>
                  <a:schemeClr val="tx1"/>
                </a:solidFill>
              </a:rPr>
              <a:t>Email</a:t>
            </a:r>
            <a:r>
              <a:rPr lang="en-US" sz="11200" dirty="0" smtClean="0">
                <a:solidFill>
                  <a:schemeClr val="tx1"/>
                </a:solidFill>
              </a:rPr>
              <a:t>: </a:t>
            </a:r>
            <a:r>
              <a:rPr lang="en-US" sz="11200" dirty="0" smtClean="0">
                <a:solidFill>
                  <a:schemeClr val="tx1"/>
                </a:solidFill>
                <a:hlinkClick r:id="rId3"/>
              </a:rPr>
              <a:t>abeehamjawed@gmail.com</a:t>
            </a:r>
            <a:endParaRPr lang="en-US" sz="11200" dirty="0" smtClean="0">
              <a:solidFill>
                <a:schemeClr val="tx1"/>
              </a:solidFill>
            </a:endParaRPr>
          </a:p>
          <a:p>
            <a:pPr algn="l"/>
            <a:r>
              <a:rPr lang="en-US" sz="11200" b="1" i="1" dirty="0" smtClean="0">
                <a:solidFill>
                  <a:schemeClr val="tx1"/>
                </a:solidFill>
              </a:rPr>
              <a:t>Education</a:t>
            </a:r>
            <a:r>
              <a:rPr lang="en-US" sz="11200" dirty="0" smtClean="0">
                <a:solidFill>
                  <a:schemeClr val="tx1"/>
                </a:solidFill>
              </a:rPr>
              <a:t>: Study in class 8</a:t>
            </a:r>
          </a:p>
          <a:p>
            <a:endParaRPr lang="en-US" dirty="0" smtClean="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43767664"/>
      </p:ext>
    </p:extLst>
  </p:cSld>
  <p:clrMapOvr>
    <a:masterClrMapping/>
  </p:clrMapOvr>
  <mc:AlternateContent xmlns:mc="http://schemas.openxmlformats.org/markup-compatibility/2006">
    <mc:Choice xmlns:p14="http://schemas.microsoft.com/office/powerpoint/2010/main" Requires="p14">
      <p:transition spd="slow" p14:dur="2000">
        <p14:ferris dir="l"/>
        <p:sndAc>
          <p:stSnd>
            <p:snd r:embed="rId2" name="bomb.wav"/>
          </p:stSnd>
        </p:sndAc>
      </p:transition>
    </mc:Choice>
    <mc:Fallback>
      <p:transition spd="slow">
        <p:fade/>
        <p:sndAc>
          <p:stSnd>
            <p:snd r:embed="rId2" name="bomb.wav"/>
          </p:stSnd>
        </p:sndAc>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barn(inVertical)">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arn(inVertical)">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457201"/>
            <a:ext cx="7772400" cy="1470025"/>
          </a:xfrm>
        </p:spPr>
        <p:txBody>
          <a:bodyPr>
            <a:normAutofit/>
          </a:bodyPr>
          <a:lstStyle/>
          <a:p>
            <a:r>
              <a:rPr lang="en-US" sz="6000" dirty="0" err="1" smtClean="0">
                <a:latin typeface="Freehand521 BT" pitchFamily="66" charset="0"/>
              </a:rPr>
              <a:t>Hobbies&amp;Interests</a:t>
            </a:r>
            <a:endParaRPr lang="en-US" sz="6000" dirty="0">
              <a:latin typeface="Freehand521 BT" pitchFamily="66" charset="0"/>
            </a:endParaRPr>
          </a:p>
        </p:txBody>
      </p:sp>
      <p:sp>
        <p:nvSpPr>
          <p:cNvPr id="3" name="Subtitle 2"/>
          <p:cNvSpPr>
            <a:spLocks noGrp="1"/>
          </p:cNvSpPr>
          <p:nvPr>
            <p:ph type="subTitle" idx="1"/>
          </p:nvPr>
        </p:nvSpPr>
        <p:spPr>
          <a:xfrm>
            <a:off x="381000" y="2438400"/>
            <a:ext cx="7391400" cy="3200400"/>
          </a:xfrm>
        </p:spPr>
        <p:txBody>
          <a:bodyPr>
            <a:noAutofit/>
          </a:bodyPr>
          <a:lstStyle/>
          <a:p>
            <a:pPr marL="457200" indent="-457200" algn="l">
              <a:buFont typeface="Wingdings" pitchFamily="2" charset="2"/>
              <a:buChar char="§"/>
            </a:pPr>
            <a:r>
              <a:rPr lang="en-US" sz="2800" dirty="0" smtClean="0">
                <a:solidFill>
                  <a:schemeClr val="tx1"/>
                </a:solidFill>
              </a:rPr>
              <a:t>Calligraphy</a:t>
            </a:r>
          </a:p>
          <a:p>
            <a:pPr marL="457200" indent="-457200" algn="l">
              <a:buFont typeface="Wingdings" pitchFamily="2" charset="2"/>
              <a:buChar char="§"/>
            </a:pPr>
            <a:r>
              <a:rPr lang="en-US" sz="2800" dirty="0" smtClean="0">
                <a:solidFill>
                  <a:schemeClr val="tx1"/>
                </a:solidFill>
              </a:rPr>
              <a:t>Gardening</a:t>
            </a:r>
          </a:p>
          <a:p>
            <a:pPr marL="457200" indent="-457200" algn="l">
              <a:buFont typeface="Wingdings" pitchFamily="2" charset="2"/>
              <a:buChar char="§"/>
            </a:pPr>
            <a:r>
              <a:rPr lang="en-US" sz="2800" dirty="0" smtClean="0">
                <a:solidFill>
                  <a:schemeClr val="tx1"/>
                </a:solidFill>
              </a:rPr>
              <a:t>Playing outdoor games</a:t>
            </a:r>
          </a:p>
          <a:p>
            <a:pPr marL="457200" indent="-457200" algn="l">
              <a:buFont typeface="Wingdings" pitchFamily="2" charset="2"/>
              <a:buChar char="§"/>
            </a:pPr>
            <a:r>
              <a:rPr lang="en-US" sz="2800" dirty="0" smtClean="0">
                <a:solidFill>
                  <a:schemeClr val="tx1"/>
                </a:solidFill>
              </a:rPr>
              <a:t>Playing with cats</a:t>
            </a:r>
          </a:p>
          <a:p>
            <a:pPr marL="457200" indent="-457200" algn="l">
              <a:buFont typeface="Wingdings" pitchFamily="2" charset="2"/>
              <a:buChar char="§"/>
            </a:pPr>
            <a:r>
              <a:rPr lang="en-US" sz="2800" dirty="0" smtClean="0">
                <a:solidFill>
                  <a:schemeClr val="tx1"/>
                </a:solidFill>
              </a:rPr>
              <a:t>Cycling</a:t>
            </a:r>
          </a:p>
          <a:p>
            <a:pPr marL="457200" indent="-457200" algn="l">
              <a:buFont typeface="Wingdings" pitchFamily="2" charset="2"/>
              <a:buChar char="§"/>
            </a:pPr>
            <a:r>
              <a:rPr lang="en-US" sz="2800" dirty="0" smtClean="0">
                <a:solidFill>
                  <a:schemeClr val="tx1"/>
                </a:solidFill>
              </a:rPr>
              <a:t>Playing  chess and board games</a:t>
            </a:r>
            <a:endParaRPr lang="en-US" sz="2800" dirty="0">
              <a:solidFill>
                <a:schemeClr val="tx1"/>
              </a:solidFill>
            </a:endParaRPr>
          </a:p>
        </p:txBody>
      </p:sp>
    </p:spTree>
    <p:extLst>
      <p:ext uri="{BB962C8B-B14F-4D97-AF65-F5344CB8AC3E}">
        <p14:creationId xmlns:p14="http://schemas.microsoft.com/office/powerpoint/2010/main" val="1736687258"/>
      </p:ext>
    </p:extLst>
  </p:cSld>
  <p:clrMapOvr>
    <a:masterClrMapping/>
  </p:clrMapOvr>
  <mc:AlternateContent xmlns:mc="http://schemas.openxmlformats.org/markup-compatibility/2006">
    <mc:Choice xmlns:p14="http://schemas.microsoft.com/office/powerpoint/2010/main" Requires="p14">
      <p:transition spd="slow" p14:dur="2000">
        <p14:ferris dir="l"/>
        <p:sndAc>
          <p:stSnd>
            <p:snd r:embed="rId2" name="bomb.wav"/>
          </p:stSnd>
        </p:sndAc>
      </p:transition>
    </mc:Choice>
    <mc:Fallback>
      <p:transition spd="slow">
        <p:fade/>
        <p:sndAc>
          <p:stSnd>
            <p:snd r:embed="rId2" name="bomb.wav"/>
          </p:stSnd>
        </p:sndAc>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75138" y="762001"/>
            <a:ext cx="8083063" cy="1470025"/>
          </a:xfrm>
        </p:spPr>
        <p:txBody>
          <a:bodyPr>
            <a:normAutofit/>
          </a:bodyPr>
          <a:lstStyle/>
          <a:p>
            <a:r>
              <a:rPr lang="en-US" sz="6000" dirty="0" smtClean="0">
                <a:latin typeface="Freehand521 BT" pitchFamily="66" charset="0"/>
              </a:rPr>
              <a:t>Future Goals</a:t>
            </a:r>
            <a:endParaRPr lang="en-US" sz="6000" dirty="0">
              <a:latin typeface="Freehand521 BT" pitchFamily="66" charset="0"/>
            </a:endParaRPr>
          </a:p>
        </p:txBody>
      </p:sp>
      <p:sp>
        <p:nvSpPr>
          <p:cNvPr id="3" name="Subtitle 2"/>
          <p:cNvSpPr>
            <a:spLocks noGrp="1"/>
          </p:cNvSpPr>
          <p:nvPr>
            <p:ph type="subTitle" idx="1"/>
          </p:nvPr>
        </p:nvSpPr>
        <p:spPr>
          <a:xfrm>
            <a:off x="228600" y="2286000"/>
            <a:ext cx="8458200" cy="3886200"/>
          </a:xfrm>
        </p:spPr>
        <p:txBody>
          <a:bodyPr>
            <a:noAutofit/>
          </a:bodyPr>
          <a:lstStyle/>
          <a:p>
            <a:pPr marL="342900" indent="-342900" algn="l">
              <a:buFont typeface="Wingdings" pitchFamily="2" charset="2"/>
              <a:buChar char="§"/>
            </a:pPr>
            <a:r>
              <a:rPr lang="en-US" sz="2400" dirty="0" smtClean="0">
                <a:solidFill>
                  <a:schemeClr val="tx1"/>
                </a:solidFill>
              </a:rPr>
              <a:t>To became a successful Businesswoman</a:t>
            </a:r>
          </a:p>
          <a:p>
            <a:pPr marL="342900" indent="-342900" algn="l">
              <a:buFont typeface="Wingdings" pitchFamily="2" charset="2"/>
              <a:buChar char="§"/>
            </a:pPr>
            <a:r>
              <a:rPr lang="en-US" sz="2400" dirty="0" smtClean="0">
                <a:solidFill>
                  <a:schemeClr val="tx1"/>
                </a:solidFill>
              </a:rPr>
              <a:t>To establish and grow my own Business</a:t>
            </a:r>
          </a:p>
          <a:p>
            <a:pPr marL="342900" indent="-342900" algn="l">
              <a:buFont typeface="Wingdings" pitchFamily="2" charset="2"/>
              <a:buChar char="§"/>
            </a:pPr>
            <a:r>
              <a:rPr lang="en-US" sz="2400" dirty="0" smtClean="0">
                <a:solidFill>
                  <a:schemeClr val="tx1"/>
                </a:solidFill>
              </a:rPr>
              <a:t>To continue learning and improving my skills for long –term success</a:t>
            </a:r>
          </a:p>
          <a:p>
            <a:pPr marL="342900" indent="-342900" algn="l">
              <a:buFont typeface="Wingdings" pitchFamily="2" charset="2"/>
              <a:buChar char="§"/>
            </a:pPr>
            <a:r>
              <a:rPr lang="en-US" sz="2400" dirty="0" smtClean="0">
                <a:solidFill>
                  <a:schemeClr val="tx1"/>
                </a:solidFill>
              </a:rPr>
              <a:t>To balance personal and professional life successfully</a:t>
            </a:r>
          </a:p>
          <a:p>
            <a:pPr marL="342900" indent="-342900" algn="l">
              <a:buFont typeface="Wingdings" pitchFamily="2" charset="2"/>
              <a:buChar char="§"/>
            </a:pPr>
            <a:r>
              <a:rPr lang="en-US" sz="2400" dirty="0" smtClean="0">
                <a:solidFill>
                  <a:schemeClr val="tx1"/>
                </a:solidFill>
              </a:rPr>
              <a:t>To give back to society through charity and community service</a:t>
            </a:r>
          </a:p>
          <a:p>
            <a:pPr marL="342900" indent="-342900" algn="l">
              <a:buFont typeface="Wingdings" pitchFamily="2" charset="2"/>
              <a:buChar char="§"/>
            </a:pPr>
            <a:r>
              <a:rPr lang="en-US" sz="2400" dirty="0" smtClean="0">
                <a:solidFill>
                  <a:schemeClr val="tx1"/>
                </a:solidFill>
              </a:rPr>
              <a:t>To complete higher education and gain advance knowledge in business</a:t>
            </a:r>
          </a:p>
          <a:p>
            <a:pPr marL="342900" indent="-342900" algn="l">
              <a:buFont typeface="Wingdings" pitchFamily="2" charset="2"/>
              <a:buChar char="§"/>
            </a:pPr>
            <a:r>
              <a:rPr lang="en-US" sz="2400" dirty="0" smtClean="0">
                <a:solidFill>
                  <a:schemeClr val="tx1"/>
                </a:solidFill>
              </a:rPr>
              <a:t>To buy beautiful house for my parent</a:t>
            </a:r>
          </a:p>
        </p:txBody>
      </p:sp>
    </p:spTree>
    <p:extLst>
      <p:ext uri="{BB962C8B-B14F-4D97-AF65-F5344CB8AC3E}">
        <p14:creationId xmlns:p14="http://schemas.microsoft.com/office/powerpoint/2010/main" val="4179850123"/>
      </p:ext>
    </p:extLst>
  </p:cSld>
  <p:clrMapOvr>
    <a:masterClrMapping/>
  </p:clrMapOvr>
  <mc:AlternateContent xmlns:mc="http://schemas.openxmlformats.org/markup-compatibility/2006">
    <mc:Choice xmlns:p14="http://schemas.microsoft.com/office/powerpoint/2010/main" Requires="p14">
      <p:transition spd="slow" p14:dur="2000">
        <p14:ferris dir="l"/>
        <p:sndAc>
          <p:stSnd>
            <p:snd r:embed="rId2" name="bomb.wav"/>
          </p:stSnd>
        </p:sndAc>
      </p:transition>
    </mc:Choice>
    <mc:Fallback>
      <p:transition spd="slow">
        <p:fade/>
        <p:sndAc>
          <p:stSnd>
            <p:snd r:embed="rId2" name="bomb.wav"/>
          </p:stSnd>
        </p:sndAc>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a:xfrm>
            <a:off x="685800" y="762000"/>
            <a:ext cx="7609901" cy="1828800"/>
          </a:xfrm>
        </p:spPr>
        <p:txBody>
          <a:bodyPr>
            <a:normAutofit/>
          </a:bodyPr>
          <a:lstStyle/>
          <a:p>
            <a:r>
              <a:rPr lang="en-US" sz="6000" dirty="0" smtClean="0">
                <a:latin typeface="Freehand521 BT" pitchFamily="66" charset="0"/>
              </a:rPr>
              <a:t>Strengths &amp; Weakness</a:t>
            </a:r>
            <a:endParaRPr lang="en-US" sz="6000" dirty="0">
              <a:latin typeface="Freehand521 BT" pitchFamily="66" charset="0"/>
            </a:endParaRPr>
          </a:p>
        </p:txBody>
      </p:sp>
      <p:sp>
        <p:nvSpPr>
          <p:cNvPr id="5" name="Subtitle 4"/>
          <p:cNvSpPr>
            <a:spLocks noGrp="1"/>
          </p:cNvSpPr>
          <p:nvPr>
            <p:ph type="subTitle" idx="1"/>
          </p:nvPr>
        </p:nvSpPr>
        <p:spPr>
          <a:xfrm>
            <a:off x="228600" y="2875402"/>
            <a:ext cx="7086600" cy="3449198"/>
          </a:xfrm>
        </p:spPr>
        <p:txBody>
          <a:bodyPr>
            <a:noAutofit/>
          </a:bodyPr>
          <a:lstStyle/>
          <a:p>
            <a:pPr marL="457200" indent="-457200" algn="l">
              <a:buFont typeface="Wingdings" pitchFamily="2" charset="2"/>
              <a:buChar char="§"/>
            </a:pPr>
            <a:r>
              <a:rPr lang="en-US" sz="2800" dirty="0" smtClean="0">
                <a:solidFill>
                  <a:schemeClr val="tx1"/>
                </a:solidFill>
              </a:rPr>
              <a:t>Self-motivated and confident</a:t>
            </a:r>
          </a:p>
          <a:p>
            <a:pPr marL="457200" indent="-457200" algn="l">
              <a:buFont typeface="Wingdings" pitchFamily="2" charset="2"/>
              <a:buChar char="§"/>
            </a:pPr>
            <a:r>
              <a:rPr lang="en-US" sz="2800" dirty="0" smtClean="0">
                <a:solidFill>
                  <a:schemeClr val="tx1"/>
                </a:solidFill>
              </a:rPr>
              <a:t>Responsible and honest</a:t>
            </a:r>
          </a:p>
          <a:p>
            <a:pPr marL="457200" indent="-457200" algn="l">
              <a:buFont typeface="Wingdings" pitchFamily="2" charset="2"/>
              <a:buChar char="§"/>
            </a:pPr>
            <a:r>
              <a:rPr lang="en-US" sz="2800" dirty="0" smtClean="0">
                <a:solidFill>
                  <a:schemeClr val="tx1"/>
                </a:solidFill>
              </a:rPr>
              <a:t>Hardworking and dedicated</a:t>
            </a:r>
          </a:p>
          <a:p>
            <a:pPr marL="457200" indent="-457200" algn="l">
              <a:buFont typeface="Wingdings" pitchFamily="2" charset="2"/>
              <a:buChar char="§"/>
            </a:pPr>
            <a:r>
              <a:rPr lang="en-US" sz="2800" dirty="0" smtClean="0">
                <a:solidFill>
                  <a:schemeClr val="tx1"/>
                </a:solidFill>
              </a:rPr>
              <a:t>I have a habit of overthinking</a:t>
            </a:r>
          </a:p>
          <a:p>
            <a:pPr marL="457200" indent="-457200" algn="l">
              <a:buFont typeface="Wingdings" pitchFamily="2" charset="2"/>
              <a:buChar char="§"/>
            </a:pPr>
            <a:r>
              <a:rPr lang="en-US" sz="2800" dirty="0" smtClean="0">
                <a:solidFill>
                  <a:schemeClr val="tx1"/>
                </a:solidFill>
              </a:rPr>
              <a:t>I feel nervous in public speaking(but improving)</a:t>
            </a:r>
          </a:p>
          <a:p>
            <a:pPr marL="457200" indent="-457200" algn="l">
              <a:buFont typeface="Wingdings" pitchFamily="2" charset="2"/>
              <a:buChar char="§"/>
            </a:pPr>
            <a:r>
              <a:rPr lang="en-US" sz="2800" dirty="0" smtClean="0">
                <a:solidFill>
                  <a:schemeClr val="tx1"/>
                </a:solidFill>
              </a:rPr>
              <a:t>I hesitate to take risks</a:t>
            </a:r>
            <a:endParaRPr lang="en-US" sz="2800" dirty="0">
              <a:solidFill>
                <a:schemeClr val="tx1"/>
              </a:solidFill>
            </a:endParaRPr>
          </a:p>
        </p:txBody>
      </p:sp>
    </p:spTree>
    <p:extLst>
      <p:ext uri="{BB962C8B-B14F-4D97-AF65-F5344CB8AC3E}">
        <p14:creationId xmlns:p14="http://schemas.microsoft.com/office/powerpoint/2010/main" val="1630980334"/>
      </p:ext>
    </p:extLst>
  </p:cSld>
  <p:clrMapOvr>
    <a:masterClrMapping/>
  </p:clrMapOvr>
  <mc:AlternateContent xmlns:mc="http://schemas.openxmlformats.org/markup-compatibility/2006">
    <mc:Choice xmlns:p14="http://schemas.microsoft.com/office/powerpoint/2010/main" Requires="p14">
      <p:transition spd="slow" p14:dur="2000">
        <p14:ferris dir="l"/>
        <p:sndAc>
          <p:stSnd>
            <p:snd r:embed="rId2" name="bomb.wav"/>
          </p:stSnd>
        </p:sndAc>
      </p:transition>
    </mc:Choice>
    <mc:Fallback>
      <p:transition spd="slow">
        <p:fade/>
        <p:sndAc>
          <p:stSnd>
            <p:snd r:embed="rId2" name="bomb.wav"/>
          </p:stSnd>
        </p:sndAc>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81000" y="609602"/>
            <a:ext cx="8153400" cy="1523999"/>
          </a:xfrm>
        </p:spPr>
        <p:txBody>
          <a:bodyPr>
            <a:normAutofit/>
          </a:bodyPr>
          <a:lstStyle/>
          <a:p>
            <a:r>
              <a:rPr lang="en-US" sz="6000" dirty="0" smtClean="0">
                <a:latin typeface="Freehand521 BT" pitchFamily="66" charset="0"/>
              </a:rPr>
              <a:t>Role Model &amp; inspired</a:t>
            </a:r>
            <a:endParaRPr lang="en-US" sz="6000" dirty="0">
              <a:latin typeface="Freehand521 BT" pitchFamily="66" charset="0"/>
            </a:endParaRPr>
          </a:p>
        </p:txBody>
      </p:sp>
      <p:sp>
        <p:nvSpPr>
          <p:cNvPr id="3" name="Subtitle 2"/>
          <p:cNvSpPr>
            <a:spLocks noGrp="1"/>
          </p:cNvSpPr>
          <p:nvPr>
            <p:ph type="subTitle" idx="1"/>
          </p:nvPr>
        </p:nvSpPr>
        <p:spPr>
          <a:xfrm>
            <a:off x="381000" y="2514600"/>
            <a:ext cx="7467600" cy="2971800"/>
          </a:xfrm>
        </p:spPr>
        <p:txBody>
          <a:bodyPr>
            <a:normAutofit/>
          </a:bodyPr>
          <a:lstStyle/>
          <a:p>
            <a:pPr algn="l"/>
            <a:r>
              <a:rPr lang="en-US" dirty="0" smtClean="0">
                <a:solidFill>
                  <a:schemeClr val="tx1"/>
                </a:solidFill>
              </a:rPr>
              <a:t>My role model is my parents because they have always supported me taught me the value of hard work. They have always guided me with their wisdom love, patience, and dedication inspire me to stay focused and determined I life</a:t>
            </a:r>
            <a:endParaRPr lang="en-US" dirty="0">
              <a:solidFill>
                <a:schemeClr val="tx1"/>
              </a:solidFill>
            </a:endParaRPr>
          </a:p>
        </p:txBody>
      </p:sp>
    </p:spTree>
    <p:extLst>
      <p:ext uri="{BB962C8B-B14F-4D97-AF65-F5344CB8AC3E}">
        <p14:creationId xmlns:p14="http://schemas.microsoft.com/office/powerpoint/2010/main" val="494728336"/>
      </p:ext>
    </p:extLst>
  </p:cSld>
  <p:clrMapOvr>
    <a:masterClrMapping/>
  </p:clrMapOvr>
  <mc:AlternateContent xmlns:mc="http://schemas.openxmlformats.org/markup-compatibility/2006">
    <mc:Choice xmlns:p14="http://schemas.microsoft.com/office/powerpoint/2010/main" Requires="p14">
      <p:transition spd="slow" p14:dur="2000">
        <p14:ferris dir="l"/>
        <p:sndAc>
          <p:stSnd>
            <p:snd r:embed="rId2" name="bomb.wav"/>
          </p:stSnd>
        </p:sndAc>
      </p:transition>
    </mc:Choice>
    <mc:Fallback>
      <p:transition spd="slow">
        <p:fade/>
        <p:sndAc>
          <p:stSnd>
            <p:snd r:embed="rId2" name="bomb.wav"/>
          </p:stSnd>
        </p:sndAc>
      </p:transition>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erspective">
  <a:themeElements>
    <a:clrScheme name="Perspective">
      <a:dk1>
        <a:sysClr val="windowText" lastClr="000000"/>
      </a:dk1>
      <a:lt1>
        <a:sysClr val="window" lastClr="FFFFFF"/>
      </a:lt1>
      <a:dk2>
        <a:srgbClr val="283138"/>
      </a:dk2>
      <a:lt2>
        <a:srgbClr val="FF8600"/>
      </a:lt2>
      <a:accent1>
        <a:srgbClr val="838D9B"/>
      </a:accent1>
      <a:accent2>
        <a:srgbClr val="D2610C"/>
      </a:accent2>
      <a:accent3>
        <a:srgbClr val="80716A"/>
      </a:accent3>
      <a:accent4>
        <a:srgbClr val="94147C"/>
      </a:accent4>
      <a:accent5>
        <a:srgbClr val="5D5AD2"/>
      </a:accent5>
      <a:accent6>
        <a:srgbClr val="6F6C7D"/>
      </a:accent6>
      <a:hlink>
        <a:srgbClr val="6187E3"/>
      </a:hlink>
      <a:folHlink>
        <a:srgbClr val="7B8EB8"/>
      </a:folHlink>
    </a:clrScheme>
    <a:fontScheme name="Office Classic 2">
      <a:maj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erspective">
      <a:fillStyleLst>
        <a:solidFill>
          <a:schemeClr val="phClr"/>
        </a:solidFill>
        <a:gradFill rotWithShape="1">
          <a:gsLst>
            <a:gs pos="0">
              <a:schemeClr val="phClr">
                <a:tint val="50000"/>
                <a:alpha val="100000"/>
                <a:satMod val="160000"/>
                <a:lumMod val="105000"/>
              </a:schemeClr>
            </a:gs>
            <a:gs pos="41000">
              <a:schemeClr val="phClr">
                <a:tint val="57000"/>
                <a:satMod val="180000"/>
                <a:lumMod val="99000"/>
              </a:schemeClr>
            </a:gs>
            <a:gs pos="100000">
              <a:schemeClr val="phClr">
                <a:tint val="80000"/>
                <a:satMod val="200000"/>
                <a:lumMod val="104000"/>
              </a:schemeClr>
            </a:gs>
          </a:gsLst>
          <a:lin ang="5400000" scaled="1"/>
        </a:gradFill>
        <a:gradFill rotWithShape="1">
          <a:gsLst>
            <a:gs pos="0">
              <a:schemeClr val="phClr">
                <a:tint val="96000"/>
                <a:satMod val="130000"/>
                <a:lumMod val="114000"/>
              </a:schemeClr>
            </a:gs>
            <a:gs pos="60000">
              <a:schemeClr val="phClr">
                <a:tint val="100000"/>
                <a:satMod val="106000"/>
                <a:lumMod val="110000"/>
              </a:schemeClr>
            </a:gs>
            <a:gs pos="100000">
              <a:schemeClr val="ph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50800" dist="38100" dir="5400000" rotWithShape="0">
              <a:srgbClr val="000000">
                <a:alpha val="28000"/>
              </a:srgbClr>
            </a:outerShdw>
          </a:effectLst>
        </a:effectStyle>
        <a:effectStyle>
          <a:effectLst>
            <a:outerShdw blurRad="47625" dist="38100" dir="5400000" sy="98000" rotWithShape="0">
              <a:srgbClr val="000000">
                <a:alpha val="48000"/>
              </a:srgbClr>
            </a:outerShdw>
          </a:effectLst>
          <a:scene3d>
            <a:camera prst="orthographicFront">
              <a:rot lat="0" lon="0" rev="0"/>
            </a:camera>
            <a:lightRig rig="twoPt" dir="br">
              <a:rot lat="0" lon="0" rev="8700000"/>
            </a:lightRig>
          </a:scene3d>
          <a:sp3d prstMaterial="matte">
            <a:bevelT w="25400" h="53975"/>
          </a:sp3d>
        </a:effectStyle>
        <a:effectStyle>
          <a:effectLst>
            <a:reflection blurRad="12700" stA="24000" endPos="28000" dist="50800" dir="5400000" sy="-100000" rotWithShape="0"/>
          </a:effectLst>
          <a:scene3d>
            <a:camera prst="orthographicFront">
              <a:rot lat="0" lon="0" rev="0"/>
            </a:camera>
            <a:lightRig rig="threePt" dir="t">
              <a:rot lat="0" lon="0" rev="4800000"/>
            </a:lightRig>
          </a:scene3d>
          <a:sp3d>
            <a:bevelT w="69850" h="31750"/>
          </a:sp3d>
        </a:effectStyle>
      </a:effectStyleLst>
      <a:bgFillStyleLst>
        <a:solidFill>
          <a:schemeClr val="phClr"/>
        </a:solidFill>
        <a:gradFill rotWithShape="1">
          <a:gsLst>
            <a:gs pos="0">
              <a:schemeClr val="phClr">
                <a:tint val="100000"/>
                <a:shade val="80000"/>
                <a:satMod val="100000"/>
                <a:lumMod val="100000"/>
              </a:schemeClr>
            </a:gs>
            <a:gs pos="65000">
              <a:schemeClr val="phClr">
                <a:tint val="100000"/>
                <a:shade val="95000"/>
                <a:satMod val="100000"/>
                <a:lumMod val="100000"/>
              </a:schemeClr>
            </a:gs>
            <a:gs pos="100000">
              <a:schemeClr val="phClr">
                <a:tint val="88000"/>
                <a:shade val="100000"/>
                <a:satMod val="400000"/>
                <a:lumMod val="100000"/>
              </a:schemeClr>
            </a:gs>
          </a:gsLst>
          <a:lin ang="5400000" scaled="0"/>
        </a:gradFill>
        <a:blipFill rotWithShape="1">
          <a:blip xmlns:r="http://schemas.openxmlformats.org/officeDocument/2006/relationships" r:embed="rId1">
            <a:duotone>
              <a:schemeClr val="phClr">
                <a:tint val="95000"/>
                <a:satMod val="90000"/>
              </a:schemeClr>
              <a:schemeClr val="phClr">
                <a:shade val="92000"/>
              </a:schemeClr>
            </a:duotone>
          </a:blip>
          <a:tile tx="0" ty="0" sx="100000" sy="10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Perspective</Template>
  <TotalTime>143</TotalTime>
  <Words>183</Words>
  <Application>Microsoft Office PowerPoint</Application>
  <PresentationFormat>On-screen Show (4:3)</PresentationFormat>
  <Paragraphs>32</Paragraphs>
  <Slides>5</Slides>
  <Notes>0</Notes>
  <HiddenSlides>0</HiddenSlides>
  <MMClips>0</MMClips>
  <ScaleCrop>false</ScaleCrop>
  <HeadingPairs>
    <vt:vector size="4" baseType="variant">
      <vt:variant>
        <vt:lpstr>Theme</vt:lpstr>
      </vt:variant>
      <vt:variant>
        <vt:i4>1</vt:i4>
      </vt:variant>
      <vt:variant>
        <vt:lpstr>Slide Titles</vt:lpstr>
      </vt:variant>
      <vt:variant>
        <vt:i4>5</vt:i4>
      </vt:variant>
    </vt:vector>
  </HeadingPairs>
  <TitlesOfParts>
    <vt:vector size="6" baseType="lpstr">
      <vt:lpstr>Perspective</vt:lpstr>
      <vt:lpstr>Introduction</vt:lpstr>
      <vt:lpstr>Hobbies&amp;Interests</vt:lpstr>
      <vt:lpstr>Future Goals</vt:lpstr>
      <vt:lpstr>Strengths &amp; Weakness</vt:lpstr>
      <vt:lpstr>Role Model &amp; inspired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HP</dc:creator>
  <cp:lastModifiedBy>HP</cp:lastModifiedBy>
  <cp:revision>14</cp:revision>
  <dcterms:created xsi:type="dcterms:W3CDTF">2025-09-23T17:30:11Z</dcterms:created>
  <dcterms:modified xsi:type="dcterms:W3CDTF">2025-09-23T19:53:50Z</dcterms:modified>
</cp:coreProperties>
</file>